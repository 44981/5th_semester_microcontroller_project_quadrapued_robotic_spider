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96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9" r:id="rId9"/>
    <p:sldId id="261" r:id="rId10"/>
    <p:sldId id="270" r:id="rId11"/>
    <p:sldId id="271" r:id="rId12"/>
    <p:sldId id="262" r:id="rId13"/>
    <p:sldId id="263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EE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4B58A-FAF3-4E8A-AD3C-0A881C74B946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897FE-4639-4AEE-80AF-0DC3DB27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3D15-4254-4DF6-934E-417CB8BDA9DA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71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861D-164A-4798-898F-404270549087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83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7AC5-0715-45B7-9102-0FA785A6D611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38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CF6B9-D3F9-44D7-B480-8D2D447E683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702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E08DF-45EE-4FA9-8531-7BC76D937060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0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11FE-49B8-4D17-AFB6-17ED4AA229EC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5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E50F-FBEE-4045-9EFB-E6D90F3EE6DD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3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C1B1-D479-4492-930F-099AC782535B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2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D0701-9AF3-4588-97D1-52958762D897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9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0050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18151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3741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101301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51460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7151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C3D6-F7DF-4884-83C5-93F5D7AA5960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54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41CF-8CB5-4DC6-815D-40B87CFA4D6B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0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C9D64D-B7EE-46AE-9156-81087BBEE77F}" type="datetime1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Quadruped Spider RObot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6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F6C7-4A9D-D26C-E668-3187BCC91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8182" y="144490"/>
            <a:ext cx="9331035" cy="381346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SWRomnt" panose="00000400000000000000" pitchFamily="2" charset="0"/>
              </a:rPr>
              <a:t>Microcontroller &amp; Interfacing Sessional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Project Name: Quadruped Spider Robot</a:t>
            </a:r>
            <a:b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</a:br>
            <a:b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4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521D0-D8E0-9ACE-7FB5-AAE802176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843" y="2820411"/>
            <a:ext cx="3075711" cy="2332758"/>
          </a:xfrm>
        </p:spPr>
        <p:txBody>
          <a:bodyPr>
            <a:normAutofit/>
          </a:bodyPr>
          <a:lstStyle/>
          <a:p>
            <a:r>
              <a:rPr lang="en-US" sz="1800" b="1" dirty="0"/>
              <a:t>ID </a:t>
            </a:r>
            <a:r>
              <a:rPr lang="en-US" sz="1800" b="1" dirty="0">
                <a:latin typeface="SWRomnt" panose="00000400000000000000" pitchFamily="2" charset="0"/>
              </a:rPr>
              <a:t>– 2008001,</a:t>
            </a:r>
          </a:p>
          <a:p>
            <a:r>
              <a:rPr lang="en-US" sz="1800" b="1" dirty="0">
                <a:latin typeface="SWRomnt" panose="00000400000000000000" pitchFamily="2" charset="0"/>
              </a:rPr>
              <a:t>         2008002,</a:t>
            </a:r>
          </a:p>
          <a:p>
            <a:r>
              <a:rPr lang="en-US" sz="1800" b="1" dirty="0">
                <a:latin typeface="SWRomnt" panose="00000400000000000000" pitchFamily="2" charset="0"/>
              </a:rPr>
              <a:t>         2008005,</a:t>
            </a:r>
          </a:p>
          <a:p>
            <a:r>
              <a:rPr lang="en-US" sz="1800" b="1" dirty="0">
                <a:latin typeface="SWRomnt" panose="00000400000000000000" pitchFamily="2" charset="0"/>
              </a:rPr>
              <a:t>        2008023,</a:t>
            </a:r>
          </a:p>
          <a:p>
            <a:r>
              <a:rPr lang="en-US" sz="1800" b="1" dirty="0">
                <a:latin typeface="SWRomnt" panose="00000400000000000000" pitchFamily="2" charset="0"/>
              </a:rPr>
              <a:t>        2008059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3F17E-7288-E527-85F6-B8991B3F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2435" y="6348385"/>
            <a:ext cx="2919845" cy="365125"/>
          </a:xfrm>
        </p:spPr>
        <p:txBody>
          <a:bodyPr/>
          <a:lstStyle/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730FC-4A37-099B-5886-BAFF1591CC04}"/>
              </a:ext>
            </a:extLst>
          </p:cNvPr>
          <p:cNvSpPr txBox="1"/>
          <p:nvPr/>
        </p:nvSpPr>
        <p:spPr>
          <a:xfrm>
            <a:off x="6096000" y="2729357"/>
            <a:ext cx="44966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Hasan Chowdhury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Mechatronics Engineering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Engineering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2819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E5F6-08C5-DE99-1070-2B9F36C3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21" y="92833"/>
            <a:ext cx="7227020" cy="15060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8A17-AD99-D799-395F-76F8ED639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643" y="3429000"/>
            <a:ext cx="7315200" cy="3210332"/>
          </a:xfrm>
        </p:spPr>
        <p:txBody>
          <a:bodyPr>
            <a:norm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Char char=""/>
              <a:tabLst>
                <a:tab pos="457200" algn="l"/>
              </a:tabLst>
            </a:pPr>
            <a:endParaRPr lang="en-US" sz="1600" kern="100" dirty="0">
              <a:solidFill>
                <a:schemeClr val="tx1"/>
              </a:solidFill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</a:tabLst>
            </a:pPr>
            <a:endParaRPr lang="en-US" kern="100" dirty="0">
              <a:solidFill>
                <a:schemeClr val="tx1"/>
              </a:solidFill>
              <a:effectLst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88126-423C-93D0-3AEF-35CA5702387C}"/>
              </a:ext>
            </a:extLst>
          </p:cNvPr>
          <p:cNvSpPr txBox="1"/>
          <p:nvPr/>
        </p:nvSpPr>
        <p:spPr>
          <a:xfrm>
            <a:off x="1590385" y="1431184"/>
            <a:ext cx="98470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What is Quadruped Spider Robot?</a:t>
            </a:r>
          </a:p>
          <a:p>
            <a:pPr algn="just"/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000" b="1" dirty="0"/>
              <a:t>A quadruped spider robot is a four-legged walking machine inspired by the movement of real spiders, designed to mimic their agility and versatility. The robot's legs are arranged in a way that allows it to perform a range of actions, including walking, running, and even Rotating.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CD1CC96-D5E7-549D-1147-C3E1D9D08960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</p:spTree>
    <p:extLst>
      <p:ext uri="{BB962C8B-B14F-4D97-AF65-F5344CB8AC3E}">
        <p14:creationId xmlns:p14="http://schemas.microsoft.com/office/powerpoint/2010/main" val="237514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75F2-2308-F44B-268B-44970FCC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08" y="145474"/>
            <a:ext cx="5773810" cy="114447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Features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996E274-701B-57F4-2A5A-B3B060339C40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latin typeface="SWRomnt" panose="00000400000000000000" pitchFamily="2" charset="0"/>
              </a:rPr>
              <a:t>Quadruped Spider Robot</a:t>
            </a:r>
            <a:endParaRPr lang="en-US" sz="1200" b="1" dirty="0">
              <a:latin typeface="SWRomnt" panose="000004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98A59-EB07-CDF1-DF70-B3EBCF92C665}"/>
              </a:ext>
            </a:extLst>
          </p:cNvPr>
          <p:cNvSpPr txBox="1"/>
          <p:nvPr/>
        </p:nvSpPr>
        <p:spPr>
          <a:xfrm>
            <a:off x="1495423" y="1166439"/>
            <a:ext cx="10090369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Quadruped Spider-bot is an incredibly versatile robotic system designed to navigate challenging environments and perform a variety of critical tasks. Here are some of its key capabilities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Hazardous Region Exploration: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The Spider-bot can safely traverse dangerous areas, making it ideal for examining hazardous sites or investigating hard-to-reach chambers.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Post-Earthquake Assessment: </a:t>
            </a:r>
            <a:r>
              <a:rPr lang="en-US" sz="2000" b="1" dirty="0"/>
              <a:t>After earthquakes, it can inspect risky  sand structures, ensuring stability and safety in damaged areas.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Munitions Detection: </a:t>
            </a:r>
            <a:r>
              <a:rPr lang="en-US" sz="2000" b="1" dirty="0"/>
              <a:t>The robot is equipped to search for and deactivate munitions, such as landmines, helping to secure and clear dangerous zones.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Payload Flexibility: </a:t>
            </a:r>
            <a:r>
              <a:rPr lang="en-US" sz="2000" b="1" dirty="0"/>
              <a:t>The Spider-bot can be easily modified to carry various payloads, including sensors, actuators, or even small carriages, making it adaptable for different missions.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7FF711-6D38-9D81-0C65-95665D20C1A0}"/>
              </a:ext>
            </a:extLst>
          </p:cNvPr>
          <p:cNvSpPr txBox="1"/>
          <p:nvPr/>
        </p:nvSpPr>
        <p:spPr>
          <a:xfrm>
            <a:off x="1574221" y="1799328"/>
            <a:ext cx="100037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AI Integration: </a:t>
            </a:r>
            <a:r>
              <a:rPr lang="en-US" sz="2000" b="1" dirty="0"/>
              <a:t>These robots utilize sophisticated AI algorithms and motion planning systems, allowing them to adapt seamlessly to their environment. Real-time feedback from sensors helps maintain balance and optimize leg movements, ensuring stable navigation over uneven terrain.</a:t>
            </a:r>
          </a:p>
          <a:p>
            <a:pPr algn="just"/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D4F5A0-DBDC-7908-C828-1D18AD61BA2B}"/>
              </a:ext>
            </a:extLst>
          </p:cNvPr>
          <p:cNvSpPr txBox="1">
            <a:spLocks/>
          </p:cNvSpPr>
          <p:nvPr/>
        </p:nvSpPr>
        <p:spPr>
          <a:xfrm>
            <a:off x="606208" y="145474"/>
            <a:ext cx="5773810" cy="114447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D697D-7A35-2208-3F37-EBDC5439E108}"/>
              </a:ext>
            </a:extLst>
          </p:cNvPr>
          <p:cNvSpPr txBox="1"/>
          <p:nvPr/>
        </p:nvSpPr>
        <p:spPr>
          <a:xfrm>
            <a:off x="1582015" y="1122219"/>
            <a:ext cx="100037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Expeditionary Missions: </a:t>
            </a:r>
            <a:r>
              <a:rPr lang="en-US" sz="2000" b="1" dirty="0"/>
              <a:t>In outer planetary missions, it can serve as an expeditionary vehicle, collecting data and exploring uncharted territories.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4941A96-CCC6-8BA9-A553-FDC691F2BE87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07AF1D-98BE-5E44-EACB-FB9C8EDE3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282" y="3429000"/>
            <a:ext cx="2795154" cy="19265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04AEE1-570B-5E0C-7EDA-592AFC6D8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84" y="3492099"/>
            <a:ext cx="2491182" cy="1926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978C8D-E5E7-FA01-C36C-EC018BC5F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641" y="3492099"/>
            <a:ext cx="2641887" cy="19497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FF7B7-0156-B516-7EE5-F6812C878EE7}"/>
              </a:ext>
            </a:extLst>
          </p:cNvPr>
          <p:cNvSpPr txBox="1"/>
          <p:nvPr/>
        </p:nvSpPr>
        <p:spPr>
          <a:xfrm>
            <a:off x="4544690" y="5687179"/>
            <a:ext cx="381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Fig: Some Action of Quadruped Robot</a:t>
            </a:r>
          </a:p>
        </p:txBody>
      </p:sp>
    </p:spTree>
    <p:extLst>
      <p:ext uri="{BB962C8B-B14F-4D97-AF65-F5344CB8AC3E}">
        <p14:creationId xmlns:p14="http://schemas.microsoft.com/office/powerpoint/2010/main" val="387312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F91B-76BC-455A-C5EF-74D6140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255" y="114324"/>
            <a:ext cx="6847610" cy="1699779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Technical </a:t>
            </a:r>
            <a:b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</a:b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Specification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27B3281-90A6-6C3F-8198-4DD9B8BBB68C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latin typeface="SWRomnt" panose="00000400000000000000" pitchFamily="2" charset="0"/>
              </a:rPr>
              <a:t>Quadruped Spider Robot</a:t>
            </a:r>
            <a:endParaRPr lang="en-US" sz="1200" b="1" dirty="0">
              <a:latin typeface="SWRomnt" panose="000004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38E4DF-DA9A-69C4-7638-4AF72382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03045"/>
            <a:ext cx="4040034" cy="34937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D8B93-6DD9-B5DB-7471-D1AB171A9134}"/>
              </a:ext>
            </a:extLst>
          </p:cNvPr>
          <p:cNvSpPr txBox="1"/>
          <p:nvPr/>
        </p:nvSpPr>
        <p:spPr>
          <a:xfrm>
            <a:off x="7994348" y="5638874"/>
            <a:ext cx="416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Fig: Schematic Diagram of Spider Robot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00DCFA-8E96-6BF0-EF8D-8063DF0224B6}"/>
              </a:ext>
            </a:extLst>
          </p:cNvPr>
          <p:cNvSpPr txBox="1">
            <a:spLocks/>
          </p:cNvSpPr>
          <p:nvPr/>
        </p:nvSpPr>
        <p:spPr>
          <a:xfrm>
            <a:off x="1613259" y="1919008"/>
            <a:ext cx="5951321" cy="35777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sz="2000" b="1" dirty="0"/>
              <a:t>The robot has a total of.12 degrees of freedom (facilitated by 12 servos), with each leg having 3 degrees of freedom. Which means that it can move 12 different joints in different positions.</a:t>
            </a:r>
          </a:p>
          <a:p>
            <a:pPr marL="0" indent="0" algn="just">
              <a:buFont typeface="Arial"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Legs are positioned symmetrically on both sides. and Servo motors provide movement of joints. </a:t>
            </a:r>
          </a:p>
          <a:p>
            <a:pPr algn="just"/>
            <a:r>
              <a:rPr lang="en-US" sz="2000" b="1" dirty="0"/>
              <a:t>Servo motors that connect the legs to the body allow it to rotate sideways. </a:t>
            </a:r>
          </a:p>
          <a:p>
            <a:pPr algn="just"/>
            <a:r>
              <a:rPr lang="en-US" sz="2000" b="1" dirty="0"/>
              <a:t>The other two servo motors provide movement of the joints.</a:t>
            </a:r>
          </a:p>
        </p:txBody>
      </p:sp>
    </p:spTree>
    <p:extLst>
      <p:ext uri="{BB962C8B-B14F-4D97-AF65-F5344CB8AC3E}">
        <p14:creationId xmlns:p14="http://schemas.microsoft.com/office/powerpoint/2010/main" val="132569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B5317-49A1-92D2-6D73-3754E81935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14"/>
          <a:stretch/>
        </p:blipFill>
        <p:spPr>
          <a:xfrm>
            <a:off x="1510145" y="2150917"/>
            <a:ext cx="10252364" cy="36783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11181-B9B9-9284-B153-1524AC1B659C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2F141-FD45-38E7-E5C2-C689EF688B48}"/>
              </a:ext>
            </a:extLst>
          </p:cNvPr>
          <p:cNvSpPr txBox="1"/>
          <p:nvPr/>
        </p:nvSpPr>
        <p:spPr>
          <a:xfrm>
            <a:off x="1641764" y="1371600"/>
            <a:ext cx="4604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SWRomnt" panose="00000400000000000000" pitchFamily="2" charset="0"/>
              </a:rPr>
              <a:t>Forward Motion: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E7E014-D1DE-08BA-D686-04C92F5DAD35}"/>
              </a:ext>
            </a:extLst>
          </p:cNvPr>
          <p:cNvSpPr txBox="1">
            <a:spLocks/>
          </p:cNvSpPr>
          <p:nvPr/>
        </p:nvSpPr>
        <p:spPr>
          <a:xfrm>
            <a:off x="1641764" y="329046"/>
            <a:ext cx="7398615" cy="114299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WALKING </a:t>
            </a:r>
            <a:b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</a:b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0034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06ECE-3727-B3B5-C60A-4707B7432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00"/>
          <a:stretch/>
        </p:blipFill>
        <p:spPr>
          <a:xfrm>
            <a:off x="2524125" y="2431472"/>
            <a:ext cx="7143750" cy="37528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E6ACF79-A455-049E-6957-4BF3C9D20E58}"/>
              </a:ext>
            </a:extLst>
          </p:cNvPr>
          <p:cNvSpPr txBox="1">
            <a:spLocks/>
          </p:cNvSpPr>
          <p:nvPr/>
        </p:nvSpPr>
        <p:spPr>
          <a:xfrm>
            <a:off x="1641764" y="329046"/>
            <a:ext cx="7398615" cy="114299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WALKING </a:t>
            </a:r>
            <a:b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</a:b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1391C-C613-33DC-5372-E74444078612}"/>
              </a:ext>
            </a:extLst>
          </p:cNvPr>
          <p:cNvSpPr txBox="1"/>
          <p:nvPr/>
        </p:nvSpPr>
        <p:spPr>
          <a:xfrm>
            <a:off x="1641764" y="1371600"/>
            <a:ext cx="3555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SWRomnt" panose="00000400000000000000" pitchFamily="2" charset="0"/>
              </a:rPr>
              <a:t>Left Motion: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DC65745-58E7-B3A7-3B23-86E068C6E5D1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</p:spTree>
    <p:extLst>
      <p:ext uri="{BB962C8B-B14F-4D97-AF65-F5344CB8AC3E}">
        <p14:creationId xmlns:p14="http://schemas.microsoft.com/office/powerpoint/2010/main" val="369364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03E4BC8-B79A-A458-9019-47011A1896DC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A142E-C5D1-368D-5C60-F687066713EA}"/>
              </a:ext>
            </a:extLst>
          </p:cNvPr>
          <p:cNvSpPr txBox="1"/>
          <p:nvPr/>
        </p:nvSpPr>
        <p:spPr>
          <a:xfrm>
            <a:off x="1508690" y="144490"/>
            <a:ext cx="75937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c" panose="02000400000000000000" pitchFamily="2" charset="0"/>
              </a:rPr>
              <a:t>Operation Demo </a:t>
            </a:r>
            <a:endParaRPr lang="en-US" dirty="0">
              <a:latin typeface="SWRomnc" panose="02000400000000000000" pitchFamily="2" charset="0"/>
            </a:endParaRPr>
          </a:p>
        </p:txBody>
      </p:sp>
      <p:pic>
        <p:nvPicPr>
          <p:cNvPr id="5" name="WhatsApp Video 2024-10-20 at 15.31.34">
            <a:hlinkClick r:id="" action="ppaction://media"/>
            <a:extLst>
              <a:ext uri="{FF2B5EF4-FFF2-40B4-BE49-F238E27FC236}">
                <a16:creationId xmlns:a16="http://schemas.microsoft.com/office/drawing/2014/main" id="{A6158C36-0734-DF5F-3728-A1A76E01E4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08690" y="1169207"/>
            <a:ext cx="4603173" cy="45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0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1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756B-964F-E715-9CDB-1B122232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5" y="128155"/>
            <a:ext cx="6795655" cy="1565563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HARDWARE SPECIFICATIONS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9A4B-3DEF-6985-6F72-80B02868E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635" y="1866899"/>
            <a:ext cx="10018713" cy="3124201"/>
          </a:xfrm>
        </p:spPr>
        <p:txBody>
          <a:bodyPr/>
          <a:lstStyle/>
          <a:p>
            <a:r>
              <a:rPr lang="en-US" b="1" dirty="0"/>
              <a:t>Arduino Uno.</a:t>
            </a:r>
          </a:p>
          <a:p>
            <a:r>
              <a:rPr lang="en-US" b="1" dirty="0"/>
              <a:t>Servo – Tower Pro SG-90 x 12.</a:t>
            </a:r>
          </a:p>
          <a:p>
            <a:r>
              <a:rPr lang="en-US" b="1" dirty="0"/>
              <a:t>DC-DC buck converter – 12V</a:t>
            </a:r>
          </a:p>
          <a:p>
            <a:r>
              <a:rPr lang="en-US" b="1" dirty="0"/>
              <a:t>PVC board ( Structure )</a:t>
            </a:r>
          </a:p>
          <a:p>
            <a:r>
              <a:rPr lang="en-US" b="1" dirty="0"/>
              <a:t>Screw joints</a:t>
            </a:r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54A43A7-9EB5-8703-7444-E0E722285E68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</p:spTree>
    <p:extLst>
      <p:ext uri="{BB962C8B-B14F-4D97-AF65-F5344CB8AC3E}">
        <p14:creationId xmlns:p14="http://schemas.microsoft.com/office/powerpoint/2010/main" val="146048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23E1-6A7A-39F9-B3C9-B818AFDC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1" y="366052"/>
            <a:ext cx="6702425" cy="1752599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SWRomnc" panose="02000400000000000000" pitchFamily="2" charset="0"/>
              </a:rPr>
              <a:t>Future scopes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A7CC0-1BCD-838A-3F5F-9EF6CDBB3A25}"/>
              </a:ext>
            </a:extLst>
          </p:cNvPr>
          <p:cNvSpPr txBox="1"/>
          <p:nvPr/>
        </p:nvSpPr>
        <p:spPr>
          <a:xfrm>
            <a:off x="1349229" y="2118651"/>
            <a:ext cx="997527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Sensor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Actuator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Improved payload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Full autonomous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9A67761-BC19-43E1-FEB6-5E60AC10499D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</p:spTree>
    <p:extLst>
      <p:ext uri="{BB962C8B-B14F-4D97-AF65-F5344CB8AC3E}">
        <p14:creationId xmlns:p14="http://schemas.microsoft.com/office/powerpoint/2010/main" val="406221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5A3C-7A46-4395-2E83-A9DB7CFF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701" y="190500"/>
            <a:ext cx="5091833" cy="175259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c" panose="02000400000000000000" pitchFamily="2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57171-4F00-6911-C5E9-4E8A89E2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701" y="1669471"/>
            <a:ext cx="10018713" cy="3124201"/>
          </a:xfrm>
        </p:spPr>
        <p:txBody>
          <a:bodyPr/>
          <a:lstStyle/>
          <a:p>
            <a:r>
              <a:rPr lang="en-US" b="1" dirty="0"/>
              <a:t>Complex developing procedure</a:t>
            </a:r>
          </a:p>
          <a:p>
            <a:r>
              <a:rPr lang="en-US" b="1" dirty="0"/>
              <a:t>Slow speed of forward movement</a:t>
            </a:r>
          </a:p>
          <a:p>
            <a:r>
              <a:rPr lang="en-US" b="1" dirty="0"/>
              <a:t>Requires significant effort to achieve stable performance</a:t>
            </a:r>
          </a:p>
          <a:p>
            <a:r>
              <a:rPr lang="en-US" b="1" dirty="0"/>
              <a:t>Complex calibration curve</a:t>
            </a:r>
          </a:p>
          <a:p>
            <a:r>
              <a:rPr lang="en-US" b="1" dirty="0"/>
              <a:t>The developed protype lacks sturdiness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463EDE9-9CE6-0864-14F6-CE0ECD0E4470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latin typeface="SWRomnt" panose="00000400000000000000" pitchFamily="2" charset="0"/>
              </a:rPr>
              <a:t>Quadruped Spider Robot</a:t>
            </a:r>
          </a:p>
        </p:txBody>
      </p:sp>
    </p:spTree>
    <p:extLst>
      <p:ext uri="{BB962C8B-B14F-4D97-AF65-F5344CB8AC3E}">
        <p14:creationId xmlns:p14="http://schemas.microsoft.com/office/powerpoint/2010/main" val="238986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5D39-6418-E7B6-5DCA-6DDEEF1E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809" y="509155"/>
            <a:ext cx="5933209" cy="728980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Component Price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85C7CE-C636-4B7F-B823-2A7EF86E9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495501"/>
              </p:ext>
            </p:extLst>
          </p:nvPr>
        </p:nvGraphicFramePr>
        <p:xfrm>
          <a:off x="1589809" y="1839191"/>
          <a:ext cx="1001871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356">
                  <a:extLst>
                    <a:ext uri="{9D8B030D-6E8A-4147-A177-3AD203B41FA5}">
                      <a16:colId xmlns:a16="http://schemas.microsoft.com/office/drawing/2014/main" val="1415311150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3377764075"/>
                    </a:ext>
                  </a:extLst>
                </a:gridCol>
              </a:tblGrid>
              <a:tr h="336203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ea typeface="Adobe Song Std L" panose="02020300000000000000" pitchFamily="18" charset="-128"/>
                        </a:rPr>
                        <a:t>SG-90 Servo </a:t>
                      </a:r>
                    </a:p>
                  </a:txBody>
                  <a:tcPr marL="125234" marR="125234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150x12= 1800 </a:t>
                      </a:r>
                      <a:r>
                        <a:rPr lang="en-US" sz="20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2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SWRomnt" panose="00000400000000000000" pitchFamily="2" charset="0"/>
                        </a:rPr>
                        <a:t>Arduino Uno</a:t>
                      </a:r>
                    </a:p>
                  </a:txBody>
                  <a:tcPr marL="125234" marR="125234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950 </a:t>
                      </a:r>
                      <a:r>
                        <a:rPr lang="en-US" sz="2000" dirty="0" err="1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dirty="0"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115816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</a:rPr>
                        <a:t>DC-DC buck converter</a:t>
                      </a:r>
                    </a:p>
                  </a:txBody>
                  <a:tcPr marL="125234" marR="125234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100 </a:t>
                      </a:r>
                      <a:r>
                        <a:rPr lang="en-US" sz="20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139504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SWRomnt" panose="00000400000000000000" pitchFamily="2" charset="0"/>
                        </a:rPr>
                        <a:t>PVC board</a:t>
                      </a:r>
                    </a:p>
                  </a:txBody>
                  <a:tcPr marL="125234" marR="125234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80 </a:t>
                      </a:r>
                      <a:r>
                        <a:rPr lang="en-US" sz="2000" dirty="0" err="1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dirty="0"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7086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</a:rPr>
                        <a:t>Screw joints</a:t>
                      </a:r>
                    </a:p>
                  </a:txBody>
                  <a:tcPr marL="125234" marR="125234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80 </a:t>
                      </a:r>
                      <a:r>
                        <a:rPr lang="en-US" sz="20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88246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SWRomnt" panose="00000400000000000000" pitchFamily="2" charset="0"/>
                        </a:rPr>
                        <a:t>Miscellaneous </a:t>
                      </a:r>
                    </a:p>
                  </a:txBody>
                  <a:tcPr marL="125234" marR="125234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100 </a:t>
                      </a:r>
                      <a:r>
                        <a:rPr lang="en-US" sz="2000" dirty="0" err="1"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dirty="0"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272500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SWRomnt" panose="00000400000000000000" pitchFamily="2" charset="0"/>
                      </a:endParaRPr>
                    </a:p>
                  </a:txBody>
                  <a:tcPr marL="125234" marR="125234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Total =3110 </a:t>
                      </a:r>
                      <a:r>
                        <a:rPr lang="en-US" sz="2000" b="1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WRomnt" panose="00000400000000000000" pitchFamily="2" charset="0"/>
                          <a:cs typeface="Arial" panose="020B0604020202020204" pitchFamily="34" charset="0"/>
                        </a:rPr>
                        <a:t>bdt</a:t>
                      </a:r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WRomnt" panose="000004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25234" marR="125234"/>
                </a:tc>
                <a:extLst>
                  <a:ext uri="{0D108BD9-81ED-4DB2-BD59-A6C34878D82A}">
                    <a16:rowId xmlns:a16="http://schemas.microsoft.com/office/drawing/2014/main" val="574271474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8DE04B-B825-E07D-6128-0B2D3B84DE2C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latin typeface="SWRomnt" panose="00000400000000000000" pitchFamily="2" charset="0"/>
              </a:rPr>
              <a:t>Quadruped Spider Robot</a:t>
            </a:r>
            <a:endParaRPr lang="en-US" sz="1200" b="1" dirty="0">
              <a:latin typeface="SWRomn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7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B240-8F4C-E47E-FD3E-E7A62157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4" y="10391"/>
            <a:ext cx="5289261" cy="143394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Outlook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6FE959-DDCB-EA02-D4B6-EF6B78AC9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275" y="1136071"/>
            <a:ext cx="8581449" cy="4585858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2092D4-FB3A-6597-2820-E814E55851E3}"/>
              </a:ext>
            </a:extLst>
          </p:cNvPr>
          <p:cNvSpPr txBox="1">
            <a:spLocks/>
          </p:cNvSpPr>
          <p:nvPr/>
        </p:nvSpPr>
        <p:spPr>
          <a:xfrm>
            <a:off x="9102435" y="6348385"/>
            <a:ext cx="291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latin typeface="SWRomnt" panose="00000400000000000000" pitchFamily="2" charset="0"/>
              </a:rPr>
              <a:t>Quadruped Spider Robot</a:t>
            </a:r>
            <a:endParaRPr lang="en-US" sz="1200" b="1" dirty="0">
              <a:latin typeface="SWRomn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3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DAC8A-0E3E-CF7E-6241-1E595D4DEBD9}"/>
              </a:ext>
            </a:extLst>
          </p:cNvPr>
          <p:cNvSpPr txBox="1"/>
          <p:nvPr/>
        </p:nvSpPr>
        <p:spPr>
          <a:xfrm>
            <a:off x="3408218" y="2586427"/>
            <a:ext cx="5917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1">
                    <a:lumMod val="75000"/>
                  </a:schemeClr>
                </a:solidFill>
                <a:latin typeface="SWRomnt" panose="00000400000000000000" pitchFamily="2" charset="0"/>
              </a:rPr>
              <a:t>Thank You</a:t>
            </a:r>
          </a:p>
          <a:p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</a:rPr>
              <a:t>Any Question? </a:t>
            </a:r>
          </a:p>
        </p:txBody>
      </p:sp>
    </p:spTree>
    <p:extLst>
      <p:ext uri="{BB962C8B-B14F-4D97-AF65-F5344CB8AC3E}">
        <p14:creationId xmlns:p14="http://schemas.microsoft.com/office/powerpoint/2010/main" val="243505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567</TotalTime>
  <Words>552</Words>
  <Application>Microsoft Office PowerPoint</Application>
  <PresentationFormat>Widescreen</PresentationFormat>
  <Paragraphs>86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Corbel</vt:lpstr>
      <vt:lpstr>SWRomnc</vt:lpstr>
      <vt:lpstr>SWRomnt</vt:lpstr>
      <vt:lpstr>Times New Roman</vt:lpstr>
      <vt:lpstr>Wingdings 2</vt:lpstr>
      <vt:lpstr>Parallax</vt:lpstr>
      <vt:lpstr>Microcontroller &amp; Interfacing Sessional Project Name: Quadruped Spider Robot  </vt:lpstr>
      <vt:lpstr>Introduction</vt:lpstr>
      <vt:lpstr>Features</vt:lpstr>
      <vt:lpstr>PowerPoint Presentation</vt:lpstr>
      <vt:lpstr>Technical  Specification</vt:lpstr>
      <vt:lpstr>PowerPoint Presentation</vt:lpstr>
      <vt:lpstr>PowerPoint Presentation</vt:lpstr>
      <vt:lpstr>PowerPoint Presentation</vt:lpstr>
      <vt:lpstr>HARDWARE SPECIFICATIONS </vt:lpstr>
      <vt:lpstr>Future scopes</vt:lpstr>
      <vt:lpstr>Limitations</vt:lpstr>
      <vt:lpstr>Component Price</vt:lpstr>
      <vt:lpstr>Outlook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ㅤфаисал</dc:creator>
  <cp:lastModifiedBy>Homayra Mobesshira Hemu</cp:lastModifiedBy>
  <cp:revision>15</cp:revision>
  <dcterms:created xsi:type="dcterms:W3CDTF">2024-10-17T14:21:30Z</dcterms:created>
  <dcterms:modified xsi:type="dcterms:W3CDTF">2024-10-20T10:52:19Z</dcterms:modified>
</cp:coreProperties>
</file>